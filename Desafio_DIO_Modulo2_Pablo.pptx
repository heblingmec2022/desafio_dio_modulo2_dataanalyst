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684821"/>
                  </p:ext>
                </p:extLst>
              </p:nvPr>
            </p:nvGraphicFramePr>
            <p:xfrm>
              <a:off x="0" y="1170879"/>
              <a:ext cx="12192000" cy="568712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1170879"/>
                <a:ext cx="12192000" cy="56871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5b30858-5263-4939-a395-2ba80d705e46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44b71cd-bdf3-45a6-8224-9e28ae568f44/d1973b0a0ad3d93760e0?bookmarkGuid=e20b1e0b-11f4-41e2-8ef8-ad850a7dd0be&amp;bookmarkUsage=1&amp;ctid=1c5cfcc1-d1da-4f83-9cc6-b6da1f03a71c&amp;fromEntryPoint=export&amp;pbi_source=storytelling_addin&quot;"/>
    <we:property name="reportState" value="&quot;CONNECTED&quot;"/>
    <we:property name="artifactViewState" value="&quot;live&quot;"/>
    <we:property name="reportEmbeddedTime" value="&quot;2026-10-28T15:07:51.179Z&quot;"/>
    <we:property name="creatorSessionId" value="&quot;b1ab045e-5a60-41e5-ac3b-9b320e2d7fb6&quot;"/>
    <we:property name="creatorUserId" value="&quot;1003200655A496EF&quot;"/>
    <we:property name="creatorTenantId" value="&quot;1c5cfcc1-d1da-4f83-9cc6-b6da1f03a71c&quot;"/>
    <we:property name="pageDisplayName" value="&quot;Página 1&quot;"/>
    <we:property name="pageName" value="&quot;d1973b0a0ad3d93760e0&quot;"/>
    <we:property name="reportName" value="&quot;estudosPowerBI_27102026&quot;"/>
    <we:property name="isVisualContainerHeaderHidden" value="false"/>
    <we:property name="isFiltersActionButtonVisible" value="true"/>
    <we:property name="initialStateBookmark" value="&quot;H4sIAAAAAAAAA+1aSW/cNhT+K4YuuRgFxUUkfbMdd0FqJ4jbXAqjeCQfxwpkaSppnDiGf00PBfo38sf6KI2deB1k7CYT2JcZDZfHt3xvo+Y0C2U3reBkD44w28h+qUPpITTtWpGtZ/U4uPXy5Yvdzdcv/tzb3N2h4Wbal03dZRunWQ/tBPs3ZTeDKpGgwT8O1rNpix22x7iH78Y5+ixdWZX9SbbRtzNcz6CqXsEkbYhQdTQwxbZraqjKDzju6calZ+sZvp9WTQvp1P0eekwnH9Ny+k3s5T8IYgp8Xx7jPvp+HA251cIxYBBEsEIXDBkt68YFA/M3Lkmkh+O3m7qHsqZj0hizWglmrBIcOSs8Ms7TeFfWk2rO8Ke9v51Mk+J6fN+75n1SmXtLBydKZ2ckEAMpmdBcSQzKFchQFml3LKt+fqA72Xk/bUmdpOSR2jZJPmlask+VDTohJY8qOM22m2p2NDztXBrfb2atx9cYh6m6HwxAx9RQ+zKpOHHzqm1I+cPMdjOr+/ZkGD5s3m23SIeGbIOdrV/wsRmOaTeNXmViczJpcQL9/OfO/8Lh2j5UOI7+OKvn1mbX+T2gkTuNAx9mLe7C9LJ1zoFEJ779DCpz3Z8M9nh4ZR+MqIgxFmiVRlEELQhqWiyPsdwzbxhEglbhlCWoi8WI7Q6Bvq/TQma4QhM0F0555+fovxOv3xYnv9dl363tN1V4AKx4aMN86gpamjZguzXi4nnZnocfvn6F/W8uc8JYMqRmInqjc0ngMhZjgJUIPPs4OcK6fwyBJzT1rN8+hLZfaTDdJu/ZwdeMkZ9wMcZI7pmLklKwcUw561JWXhjVYGBya9b3xMS14CZyr4SXJmr6CFrKQrtlA6XQlNoj19yRfxWFjeDjSvjXI0rsvpp1pGwMW9A+udmXlyLr5z1B2nvUhKTTwzIErLMR4zbVwt56ZSFwZwrD82X9hRyO28Cc5VR7k2dTwbK4SCmPqHG4gZZngViKMihtpJKGoV9Ia0qk9uC4JDM37XWaKs+DY1xYn3NLTHI7xoYVLnzoMZb94yl6bpN3LHhUcKByoQEktXmEDgrKy4K1yFVhBCgVigA8Gu1jWJqWAa+DNDa63AqPPmhYFvjUP3KltUCf58htVIiLc+ItfGnGBHiEaC3aoAprw2J93Z1fTS61hyJ67jgRD8yapfOrUQWVrNZTfwTKIRYh3Df9G8tc8AVILUDwPEAOYcVd/HnZ+RSwHyRbfh9efofIo6NbkefWg/EECie9xhiXdnRbsJzn0ek8GGrIpY1+MSSeuqSnKm6FmqVFVRylCckU5QxtFaUPqaK6x4UmcB0FlUreQciRecldXNb7QFmMOqTbUa+MUEqYxZdNX8P76DHM/JP3PXnfAniMVxWgqYzKyTGoTgRtOCu4uReOfy6xhdYfnvyKx1hdZ/hi/vrUOZtvoC3H9yiDcEsKPX9ZNBD7+M/Hv5vscq5Or2jSus8Ymj//NSthLeBagB5GWnNZst2P/3aPwbOqssYbPWoxUB+D/eeuA8yhzIXXuTAWXMopy6YTpwomqDDMBZPcKG84Lt21OaNEtGBtlMblUdmISxeZXmtlisiYdh4UD9ri0tcoHjhwWTAKNY4ijfbeyBXvYbZf/rT/eNqXm6UdOxfvLVdFoP4zSBeN8MgX31vd3dMid6l/J4rWSud4EHzVr60ernT5PhBxe80yGFBolNobBVRKc1CYu8WYuCU4oLDWIIoQuQw2eBG5uie+ooxoKHA5KnHQMwah0CtRol+kni8ETVeVHi/f/2ZH2E6GDJmS1SDIdDyoxO5TU3U6SJK+fy1J9pH2G6hmieyzLezfIdbPUs81N+0tKMyvovCBVXJrLTzw2j1oJTw/8mAQ+uxmpTazvpuCx1dQ4w3KJaVCHcZMfYeCh/8OjQ3tcfqLUbXIIukfRRfGODv7D7CmadsAJQAA&quot;"/>
    <we:property name="bookmark" value="&quot;H4sIAAAAAAAAA+1azW7bOBB+lUCXXoIFf0Uytybt/gBtt1jv9rLIYUgOHRWK5JXkNGngp9nDAvsaebEdSU7a/Bp1sq2L5GLLpDScGX4z8w3l0ywW7ayEkzdwiNlO9ksViwCxbrbybDurxkFjchAaIwhgTHplJGc0W8+6oq7abOc066CZYveuaOdQ9pJo8M/97WzWYIvNEb7BD+McfRa+KIvuJNvpmjluZ1CWb2HaP5CgbGlghk1bV1AWH3F8ph1vXWxneDwr6wb6VScddNivfES302/Skv8gSSkIXXGEEwzdOBq5M9IzYBBldNLkDHvd2/GGQfkbb+lFD8vv1VUHRUXL9GPMGS2ZdVoKFCwPyITox9uimpZLhT89+/vJrPdfh8edr497l/n3tHAvabEggxgoxaQRWmHUPkeGKu+fTkXZLRf0Jy+PZw25k5w8Stsjy6d1Q9tUZoNPyMmjC06zvbqcHw5XLy+NT+p5E/A3TMNU1Q0bQMtUUIWid3GvzdumJucPM3v1vOqak2H4oP6w1yAtGrMdtti+0ON5PKKnafSqEs+n0wan0C1/vvxfNNyaQInj6I/zarnb7Lq++zRy5+bAx3mDr2F2eXfOgUQrvv8MKkvfnwz78fDO3h9RkVLK0WmDMo9GEtSMXB9jPLBgGSSCVu61I6jL1YhtD4C+r8tCZikR2GiE9Dr4sET/nXj9tjj5oyq6dmtSl/EBsBKgicupK2ipm4jN7oiLF0Vznn7E9hX1v7nNPcb6jTRMpmANVwQu6zBF2IjEM8HpIVbdY0g8sa7m3d4BNN1Gg+k2exf7XzNHfsLFmCNFYD4pKsHWM+2d76vyyqwGg5K7864jJa4lN8mDlkHZZOgjGqVy49dNlNJQaU/CCE/xlecuQUgbEV+PqLCHct6SszHuQvMUZl9ORbbPW4P+2cM69j49KGLEKhsx7nouHFzQDqLwNreCrxsvFHDCReadIO5NkU2EZTVJKQ6pcbhBVmCRVEoqamOVVpZhWClrRqLewFFB21w312VqzqNnQrrAhSMlhRtzwwYTH7pMRfd4SM9t9o6ER0cPmksDoKjNI3RQUl4XrDnXuZWgdcypJU7WhBTXlmUhmKisS547GTBEA+sCn/pHoY2RGDhH4ZJGXF0Tb9HLUKMPASE5hy7q3Lm42l9311fLlQmQpyC8IOGRObt2fbU6J8rqAvVHoD1iHuN9y791zMeQgzISpOAROMQND/EXRRv6hP0g1fL7iPI7TB4D3UnOXQAbCBReBYMprR3oLmdc8OQNj5YacuVSWA2Jpy7picVtULO0isVRmVBMU80wTlP5UDrpexxogjBJElUKHiJHFpTwad3oA+0wmdifjgZtpdbSrj5s+hrRR5dxHp6i7yn6VsBjPKoAQzSKU2AQTwRjBcuFvReOfy6wgSYcnLzCIyyvK3wxf33qXM130BTje5TBuDWNXr4zGoSd/XP2d51drtX9K5r+vs8UWl7/NS9gK+JWhA5GWUtbstdn/7aPIbLKosIbI2o1UB/D/i9DB5hHxWUwXFoHvq8p65YTr3MmiRhyyZSwOliBa3dt3mqZHDiXlPU8aZdwbZIZjNE2T4wZH0CLaByufYwSQIBQOaNU4ynTmBCs2vAeZu/XnyaPp3252dqxcwnBCZ1H6j+j8snKgGL1udXdPS0K3/fvJNE55b2IUmz6sdXDUZfvAxG3c5ZhA6VBZYLVQFRagEbuV2PiluSA0jmLKGMSKroYZBL6nvhKKqGlxOWJ4mBgDGJuNoKiX5SeLwRNWxYBL5//ZofYTIcK2RerwZDZuFCB7aem6nSwpP9+VZDto+x3UM57sc92sfuAWD3re67l1t6CQn4VhQ/sklu58KBr+6BMeLnk/mD04man1vOunUHAt1DhDc4lp0IVx0p9h4OH/w5dOHex+A/8tEZD1yQAAA==&quot;"/>
    <we:property name="datasetId" value="&quot;afd1fe40-804b-4b9a-af0b-063b6c1c7489&quot;"/>
    <we:property name="embedUrl" value="&quot;/reportEmbed?reportId=844b71cd-bdf3-45a6-8224-9e28ae568f44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ackgroundColor" value="&quot;#F7F7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Pablo Hebling Guimarães</cp:lastModifiedBy>
  <cp:revision>3</cp:revision>
  <dcterms:created xsi:type="dcterms:W3CDTF">2018-06-07T21:39:02Z</dcterms:created>
  <dcterms:modified xsi:type="dcterms:W3CDTF">2026-10-28T15:11:13Z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